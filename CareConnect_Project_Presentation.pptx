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HEALTHCARE INFORMATION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CareConnect: Patient-Provider EHR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Enterprise-Grade Electronic Health Record &amp; Patient Portal with Real-Time Clinical Safety, Schedule Collision Prevention, and HIPAA Audit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2918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LIVE CLOUD DEPLOYMENTS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Web: careconnect-ehr.vercel.app</a:t>
            </a:r>
            <a:br/>
            <a:r>
              <a:t>• API: careconnect-backend-uim9.onrender.com</a:t>
            </a:r>
            <a:br/>
            <a:r>
              <a:t>• Swagger: /swagger-ui.html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2918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ENTERPRISE TECH STACK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React 19 + Vite 6 + Tailwind CSS</a:t>
            </a:r>
            <a:br/>
            <a:r>
              <a:t>• Spring Boot 3.3.4 + Java 17+</a:t>
            </a:r>
            <a:br/>
            <a:r>
              <a:t>• Oracle 19c/21c Relational Schema</a:t>
            </a:r>
            <a:br/>
            <a:r>
              <a:t>• Docker Multi-Stage Packaging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11480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SECURITY &amp; COMPLIANCE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HIPAA Security Rule Alignment</a:t>
            </a:r>
            <a:br/>
            <a:r>
              <a:t>• Role-Based Access Control (RBAC)</a:t>
            </a:r>
            <a:br/>
            <a:r>
              <a:t>• Immutable Audit Trail Logging</a:t>
            </a:r>
            <a:br/>
            <a:r>
              <a:t>• GitHub: faizan0264/careconnect-ehr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CLINICAL NEED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Problem: Fragmented Healthcare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Preventable medical errors and communication breakdowns cost thousands of lives every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301752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79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1. Medical Errors &amp; Fatalities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Preventable adverse drug events (ADEs) cause over 250,000 deaths annually.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Physicians frequently lack immediate real-time allergy cross-checks at the moment of e-prescribing.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Critical contraindications (e.g. Penicillin allergies) are missed across siloed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874519"/>
            <a:ext cx="3017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79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2. Patient Disempowerment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Patients lack access to their longitudinal health summaries, lab results, and visit plans.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Inability to securely upload outside radiology scans or prior hospital records.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Friction in medication refill requests leads to poor treatment adherence.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874519"/>
            <a:ext cx="31089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79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3. Scheduling Chaos &amp; Collisions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Double-booked appointments cause severe clinic delays and physician burnout.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Traditional web forms fail to check doctor availability before booking.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Absence of immutable HIPAA audit trails creates severe compliance vulnerabilities.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CareConnect Solution: 3 Unified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Bridging patients, healthcare providers, and hospital governance within a single secure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3017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79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Doctor Workstation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Active clinic appointment queue.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Complete SOAP clinical documentation (Subjective, Objective, Assessment, Plan).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Real-time vital signs tracking &amp; history.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Computerized Physician Order Entry (CPOE).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e-Prescribing with Allergy Safety Engine.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Diagnostic report &amp; imaging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874519"/>
            <a:ext cx="30175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79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Patient Portal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Longitudinal health summary &amp; vitals.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Digital After-Visit Summary (AVS) + print.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Conflict-free appointment booking with real-time schedule busy-slot detection.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One-click prescription refill requests.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Medical report &amp; lab scan vault upload.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Verified patient self-registration.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874519"/>
            <a:ext cx="310896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79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Admin &amp; Governance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Comprehensive hospital statistics &amp; census.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User provisioning (add doctors/nurses).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Inactive staff account removal.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System-wide credential management.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Immutable HIPAA security audit trail.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Real-time IP and timestamp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ENGINEERING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Multi-Tier Enterprise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High performance, zero-dependency resilience, and separation of concerns.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21945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79"/>
            <a:ext cx="21031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Client Tier (React 19)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React 19 + Vite 6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Tailwind CSS styling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Lucide React icon suite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Centralized EhrContext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HTML5 FileReader (Base64)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LocalStorage dual-sync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Vercel Edge CDN 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79" y="1874519"/>
            <a:ext cx="22860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11679"/>
            <a:ext cx="21945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API Tier (Spring Boot 3)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Spring Boot 3.3.4 (Java 17+)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Spring MVC REST Controllers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Spring Data JPA Repositories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Hibernate 6 ORM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Jakarta input validation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OpenAPI 3.0 / Swagger UI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Render Docker Container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874519"/>
            <a:ext cx="228600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79"/>
            <a:ext cx="21945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Data Tier (Oracle DDL)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Oracle 19c/21c Schema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8 relational tables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Cascading Foreign Keys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Check &amp; Unique constraints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Performance B-Tree indexes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CLOB encrypted storage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H2 in-memory local dev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737360"/>
            <a:ext cx="2286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81160" y="1874519"/>
            <a:ext cx="20116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011679"/>
            <a:ext cx="19202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DevOps Tier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Git Monorepo (main)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Multi-stage Dockerfiles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Docker Compose setup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Nginx SPA routing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Vercel automated CD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Render cloud builds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RELATIONAL DATA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Oracle Database 19c/21c Schema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Strict relational integrity, cascading constraints, and optimized index access paths.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4846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79"/>
            <a:ext cx="4754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Primary Entities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USERS: USER_ID, USERNAME, PASSWORD_HASH, ROLE, FULL_NAME, EMAIL, DEPARTMENT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PATIENTS: PATIENT_ID, MRN (Unique), FIRST_NAME, LAST_NAME, DOB, ALLERGIES, BLOOD_GROUP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APPOINTMENTS: APPT_ID, PATIENT_ID (FK), DOCTOR_ID (FK), APPT_DATE, TIME_SLOT,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74519"/>
            <a:ext cx="4937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7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Clinical &amp; Diagnostic Entities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ENCOUNTERS: ENCOUNTER_ID, PATIENT_ID (FK), DOCTOR_NAME, VITALS, SOAP_ASSESSMENT, PLAN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DIAGNOSTIC_ORDERS: ORDER_ID, PATIENT_ID (FK), ORDER_NAME, ORDER_TYPE, PRIORITY, RESULT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PRESCRIPTIONS: RX_ID, PATIENT_ID (FK), DRUG_NAME, DOSAGE, FREQUENCY, OVERRIDE_REASON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251960"/>
            <a:ext cx="484632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Medical Report Vault Entity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MEDICAL_REPORTS: REPORT_ID, PATIENT_ID (FK), TITLE, REPORT_TYPE, FILE_NAME, FILE_SIZE, FILE_DATA (CLOB), NOTES, UPLOADED_BY, UPLOADER_ROLE, REPORT_DATE, UPLOADED_AT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4251960"/>
            <a:ext cx="493776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Security &amp; Governance Entity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AUDIT_LOGS: LOG_ID, USER_NAME, ACTION (VIEW, ORDER, UPLOAD, DELETE), DETAILS, IP_ADDRESS, TIMESTAMP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Performance B-Tree Indexes: IDX_PATIENTS_MRN, IDX_APPT_DOC_DATE, IDX_REPORTS_PATIENT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CLINICAL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Doctor Clinical Workstation &amp; SOAP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Streamlining physician documentation and reducing administrative burden.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3017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79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Clinic Queue &amp; Chart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Pinned patient banner showing active patient demographics, MRN, room, and status.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Visual Allergy Alert banner (e.g. Penicillin &amp; NSAIDs) permanently visible in chart.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Clinic appointment queue with direct 'Open Chart' navigation.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874519"/>
            <a:ext cx="30175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79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Vitals Tracking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Real-time vitals recording with standard unit metrics: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Blood Pressure (Systolic/Diastolic)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Heart Rate (BPM)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Respiratory Rate (breaths/min)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Body Temperature (°F)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Oxygen Saturation (SpO2 %)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874519"/>
            <a:ext cx="310896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79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Full SOAP Notes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Subjective: Patient chief complaint and history of present illness.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Objective: Physical examination findings and diagnostic observations.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Assessment: Primary diagnosis and differential clinical considerations.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Plan: Pharmacotherapy, orders, and follow-up consultation schedule.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PATIENT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e-Prescribing &amp; Real-Time Allergy Safety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Preventing fatal adverse drug events at the point of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484632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79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Allergy Contraindication Interception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1. Active Cross-Referencing: The moment an e-prescription is submitted, the engine scans the patient's documented allergy list.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2. Interception: Prescribing 'Amoxicillin' or 'Penicillin' to a Penicillin-allergic patient triggers an immediate high-priority safety modal.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3. Critical Safety Alert Modal: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 - Highlights the exact allergen conflict in high-visibility rose warning styling.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 - Blocks unauthorized order dispatch to the pharmacy.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 - Mandates physician clinical justification override.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74519"/>
            <a:ext cx="4937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79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Clinical Override &amp; Accountability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Formal Clinical Justification: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'Clinical benefit outweighs risk with close monitoring'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'No effective therapeutic alternative available'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Legal Acknowledgment: Physician must check the signed confirmation checkbox.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HIPAA Audit Logging: Every override event is permanently written to the audit log with physician identity, drug name, and timestamp.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CPOE Integration: Seamless ordering of STAT Laboratory and Radiology tests alongside prescriptions.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PATIENT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Patient Portal &amp; Schedule Collision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Eliminating double-booking and providing complete transparency.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4846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79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Schedule Collision Detection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Problem: Traditional healthcare portals allow simultaneous bookings on the same physician slot, leading to double-booked clinic bottlenecks.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CareConnect Solution: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Real-time slot occupancy check cross-referencing physician ID and appointment date.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Visual busy indicators on time slots (e.g. 10:30 AM marked 'Busy ●' with rose highlight).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Automatic button disabling and active conflict alert message preventing submission.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74519"/>
            <a:ext cx="4937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79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Patient Self-Service Features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After-Visit Summary (AVS): Direct access to doctor's diagnosis, treatment instructions, and 1-click physical printout.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Prescription Refill Requests: Submit 1-click refill approval requests to clinical pharmacy with live status tracking.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Diagnostic Results: Immediate access to fulfilled laboratory and radiology report findings.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Self-Registration: Secure patient onboarding generating unique MRNs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DIAGNOSTIC DOCUMENT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Dual-Access Medical Report &amp; Scan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Unified document exchange for doctors and patients with zero external cloud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3017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79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Dual-Access Uploads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Patient Uploads: Outside clinic records, external lab panels, past discharge summaries.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Doctor Uploads: Official hospital radiology scans, pathology impressions, verified panels.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Clear Attribution: Badges reflect 'Physician File' vs 'Patient Record'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874519"/>
            <a:ext cx="30175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79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Drag-and-Drop Ingestion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Drag-and-drop dropzone supporting files up to 15 MB.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Asynchronous Base64 conversion via HTML5 FileReader.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Automatic categorization based on extension (PDF, JPG, PNG).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Clinical notes and observation tagging.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874519"/>
            <a:ext cx="310896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79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Inspection &amp; Download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In-browser scan preview without external software.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Category filtering (Radiology, Lab, Pathology, Prescriptions).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One-click document downloading.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HIPAA audit tracking for every document upload and deletion.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COMPLIANCE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HIPAA Security Rule &amp; Audit Trail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45 CFR § 164.312 Technical Safeguards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484632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79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Technical Safeguards Implementation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Access Control (RBAC): Strict boundaries between ROLE_DOCTOR, ROLE_PATIENT, and ROLE_ADMIN.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Zero-Phantom-Login Enforcement: Only verified database credentials permit portal entry.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Credential Self-Service: All users can safely update usernames and passwords via Account Settings.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Admin Authority: Only administrators can provision physicians or delete user accounts.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74519"/>
            <a:ext cx="4937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79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Immutable Audit Trail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Captures every security and clinical event: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VIEW_RECORD (Chart access tracking)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CREATE_ORDER (CPOE and lab requests)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DOCUMENT_UPLOADED (Report vault additions)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DOCUMENT_DELETED (Chart document removals)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- APPOINTMENT_SCHEDULED (Booking events)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Logs user identity, assigned role, client IP address, and exact ISO timestamp.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Live Multi-Cloud Deployment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Global reach, edge CDN caching, and automated container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4846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79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Frontend: Vercel Edge Cloud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Live URL: https://careconnect-ehr.vercel.app/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Framework: React 19 + Vite 6 production build.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Single Page Application (SPA) routing with vercel.json rewrites.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Automatic Environment Variable normalization for VITE_API_BASE_URL.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Zero-latency global content delivery network (CDN).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74519"/>
            <a:ext cx="4937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79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Backend: Render Docker Container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Live URL: https://careconnect-backend-uim9.onrender.com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Swagger UI: https://careconnect-backend-uim9.onrender.com/swagger-ui.html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Multi-stage Dockerfile packaging OpenJDK 17 + Spring Boot 3.3.4.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Dual-sync API client with local offline fallback.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Open permissive CORS configuration for cross-domain requests.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Thank You! 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EVALUATOR DEMO CREDENTIALS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Doctor Portal:</a:t>
            </a:r>
            <a:br/>
            <a:r>
              <a:t>  User: dr_smith (or dr.sharma)</a:t>
            </a:r>
            <a:br/>
            <a:r>
              <a:t>  Pass: password123 (or Doctor#2026)</a:t>
            </a:r>
            <a:br/>
            <a:br/>
            <a:r>
              <a:t>• Patient Portal:</a:t>
            </a:r>
            <a:br/>
            <a:r>
              <a:t>  User: patient1 (or john_doe)</a:t>
            </a:r>
            <a:br/>
            <a:r>
              <a:t>  Pass: Patient#2026 (or password123)</a:t>
            </a:r>
            <a:br/>
            <a:br/>
            <a:r>
              <a:t>• Admin Console:</a:t>
            </a:r>
            <a:br/>
            <a:r>
              <a:t>  User: admin (or admin_alex)</a:t>
            </a:r>
            <a:br/>
            <a:r>
              <a:t>  Pass: Admin#2026 (or password123)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PROJECT DELIVERABLES SUMMARY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Live App: careconnect-ehr.vercel.app</a:t>
            </a:r>
            <a:br/>
            <a:r>
              <a:t>• Swagger UI: careconnect-backend-uim9.onrender.com/swagger-ui.html</a:t>
            </a:r>
            <a:br/>
            <a:r>
              <a:t>• GitHub Repo: github.com/faizan0264/careconnect-ehr</a:t>
            </a:r>
            <a:br/>
            <a:r>
              <a:t>• Oracle DDL: CareConnect_Oracle_Schema.sql</a:t>
            </a:r>
            <a:br/>
            <a:r>
              <a:t>• Specification Report: CareConnect_Modules_and_UseCases_Submission.docx</a:t>
            </a:r>
            <a:br/>
            <a:r>
              <a:t>• Standalone JAR: careconnect-backend-1.0.0.jar (58.9 MB)</a:t>
            </a:r>
            <a:br/>
            <a:br/>
            <a:r>
              <a:t>Ready for Live Demonstration &amp; Technical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